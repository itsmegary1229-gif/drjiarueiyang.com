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5C40"/>
    <a:srgbClr val="B96B79"/>
    <a:srgbClr val="786480"/>
    <a:srgbClr val="BF95A8"/>
    <a:srgbClr val="C87989"/>
    <a:srgbClr val="DF6C57"/>
    <a:srgbClr val="F0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9279A-2393-EB08-9632-D6BB3CD2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7927F6-044E-437A-63B4-411E6B2BF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D2F17A-2648-9130-D7E9-381FC683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B519D3-B19D-F56C-24D7-21AEDE8D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07D5E1-546F-DC06-36F6-ACB7A7F7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720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2AEEE-125E-4C03-82DB-D2D67B10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FC7972-78A6-E5A4-A67E-8E7FEACE4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6C40B4-13D2-1DDD-AA95-F92C8672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28C42F-7B5C-C1D2-395C-C8E360DE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0AD99E-BE32-07DE-16D3-B8C11DAD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85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B34FA-6820-D65B-7399-9CF52375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602275-45D6-2DB9-B098-F4279F0CC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DE4442-C60C-6A83-16BB-077759A0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918453-098E-44AD-95DB-363A657A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0A57F8-912B-7200-6177-BBEA0749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33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CAD42A-E7E3-75EB-FF5D-3D91758E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7BFD3B-7083-30C6-8F1C-325FC2614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D2047B-941D-55E2-840C-BF8BD553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DFA0DF-5AB1-F3CD-B75F-983431CE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05316A-809C-26AE-7786-C71DBA55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9CEB22-F150-52A3-631D-34888CD4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929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BB070-4EFC-DAD4-45B3-A8B8D1ED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36FE7B-D1A6-F099-FC16-44E8B3FF3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10361BD-074F-B72A-5F2C-351D466F9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D760DB-6000-F9F9-7829-43BFD8857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76C13E-BC00-C317-FE26-88B0A6331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11236D2-8E4B-056A-888A-97ED8B6C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AE48F54-75CE-F04E-D554-93D8F847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E251E08-1938-E90A-1B28-8F775C16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605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2C8EF-DCD0-EA91-A383-429CAB68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D3AD25-791F-BFD2-2230-74BC027F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49A05-514D-34F1-5776-A4A6B3CE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CD1298-2ECE-1BE6-AF0D-186A9337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425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8D7FBF-0939-C71E-F3F3-4C8CD62A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DBEE128-C667-21DB-934C-29626E0D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2C342-A063-6062-B510-A6B98F84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47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D28C2-0E4D-09B0-A75B-9E6C9392D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78598E-B439-AFBD-D9C7-26A026561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FE345FE-BA4A-D51E-9D70-F8C4BB00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B9ACAB-6EDC-F2C9-4283-62AEC90D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53776F-2B6E-AF5B-6654-CC59BCED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A7AF93-A4C9-04F0-E9E0-42AD21FF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791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B62B06-A085-EE16-A100-C9D39C93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935725-9159-E48B-521B-C7827B604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E72B21-B2A8-E693-4379-42C3097C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48D373-0486-2D89-4C12-06E04246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E307FF-C82B-86DD-1125-5D185701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A7A51A-CE5C-50CC-8805-1D0187AE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269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A2C13-A1CA-79FA-27ED-7BF14F9E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78B9A1-11FC-B91F-A300-497858B8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15C5B0-F466-D359-BCE9-690C7EBB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62D4BB-C812-60FD-3CCA-5FC16269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5FF7FC-B8C1-6841-E259-33912514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104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37DF718-64BD-FF75-811B-1645DFC9C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730318-D2E5-2C81-890C-BFA08D362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247323-ED99-67DE-1C31-28190C3D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EB1AED-2A72-5699-EC41-563A2BE1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9587A6-907A-3B89-C3EE-C2BF6049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5751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43B7D3A-4A3D-FA36-C5B4-705E7D7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958D92-FF12-E6D5-BC85-54FC2E5A8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0DF6CE-82D3-A747-254A-DC725FD27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3C6BB-7894-9341-B334-110C8069D6BD}" type="datetimeFigureOut">
              <a:rPr kumimoji="1" lang="zh-TW" altLang="en-US" smtClean="0"/>
              <a:t>2026/5/24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D174C6-79A3-148E-F993-54085A737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6783A-7505-7F43-E2DF-A46D18B41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88C73-9652-BD4D-9BE5-0225F4EAE29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824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4BD46-E122-D393-9CB1-0009E9AE8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9EDF4B7-E9F8-CDA5-2F7F-0EB054D69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21CA1E-3385-47BD-7685-F1CF7159E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00E9244-41A4-5967-F74E-31137C382439}"/>
              </a:ext>
            </a:extLst>
          </p:cNvPr>
          <p:cNvSpPr/>
          <p:nvPr/>
        </p:nvSpPr>
        <p:spPr>
          <a:xfrm>
            <a:off x="9056914" y="3015343"/>
            <a:ext cx="1066800" cy="696686"/>
          </a:xfrm>
          <a:prstGeom prst="rect">
            <a:avLst/>
          </a:prstGeom>
          <a:solidFill>
            <a:srgbClr val="F0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587D4E-E73A-FBE7-DD8E-C492D05D55FE}"/>
              </a:ext>
            </a:extLst>
          </p:cNvPr>
          <p:cNvSpPr/>
          <p:nvPr/>
        </p:nvSpPr>
        <p:spPr>
          <a:xfrm>
            <a:off x="9056914" y="4161962"/>
            <a:ext cx="1066800" cy="696686"/>
          </a:xfrm>
          <a:prstGeom prst="rect">
            <a:avLst/>
          </a:prstGeom>
          <a:solidFill>
            <a:srgbClr val="F0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41CE41-994A-C939-BCC2-F20D6D47CCA5}"/>
              </a:ext>
            </a:extLst>
          </p:cNvPr>
          <p:cNvSpPr/>
          <p:nvPr/>
        </p:nvSpPr>
        <p:spPr>
          <a:xfrm>
            <a:off x="9056914" y="5349875"/>
            <a:ext cx="1066800" cy="696686"/>
          </a:xfrm>
          <a:prstGeom prst="rect">
            <a:avLst/>
          </a:prstGeom>
          <a:solidFill>
            <a:srgbClr val="F0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8C96513-44AC-EF7C-ECA5-AE00C42A60F4}"/>
              </a:ext>
            </a:extLst>
          </p:cNvPr>
          <p:cNvSpPr txBox="1"/>
          <p:nvPr/>
        </p:nvSpPr>
        <p:spPr>
          <a:xfrm>
            <a:off x="8975272" y="3078818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rgbClr val="D85C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臥蠶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055D801-28FB-08B8-7A20-AA8765A4A507}"/>
              </a:ext>
            </a:extLst>
          </p:cNvPr>
          <p:cNvSpPr txBox="1"/>
          <p:nvPr/>
        </p:nvSpPr>
        <p:spPr>
          <a:xfrm>
            <a:off x="8975271" y="4248695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rgbClr val="B96B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眼袋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C3C654-4F71-AAD2-49FC-4FAC827D77BA}"/>
              </a:ext>
            </a:extLst>
          </p:cNvPr>
          <p:cNvSpPr txBox="1"/>
          <p:nvPr/>
        </p:nvSpPr>
        <p:spPr>
          <a:xfrm>
            <a:off x="8975271" y="5505305"/>
            <a:ext cx="94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rgbClr val="7864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淚溝</a:t>
            </a:r>
          </a:p>
        </p:txBody>
      </p:sp>
    </p:spTree>
    <p:extLst>
      <p:ext uri="{BB962C8B-B14F-4D97-AF65-F5344CB8AC3E}">
        <p14:creationId xmlns:p14="http://schemas.microsoft.com/office/powerpoint/2010/main" val="196408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YaHei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佳叡 楊</dc:creator>
  <cp:lastModifiedBy>佳叡 楊</cp:lastModifiedBy>
  <cp:revision>1</cp:revision>
  <dcterms:created xsi:type="dcterms:W3CDTF">2026-05-24T10:09:44Z</dcterms:created>
  <dcterms:modified xsi:type="dcterms:W3CDTF">2026-05-24T10:14:04Z</dcterms:modified>
</cp:coreProperties>
</file>